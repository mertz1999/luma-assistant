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check hydraulic hoses.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Plant 4</a:t>
            </a:r>
          </a:p>
          <a:p>
            <a:r>
              <a:t>Date: 2026-03-01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Minor leak at valve 3</a:t>
            </a:r>
          </a:p>
          <a:p>
            <a:r>
              <a:t>Recommend replacement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